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Foundations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Supervised, Unsupervised Learning and Model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and Cost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 maps inputs X to labeled outputs Y.</a:t>
            </a:r>
          </a:p>
          <a:p>
            <a:r>
              <a:t>Linear regression minimizes Mean Squared Error (MSE) loss using Gradient Descent.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